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2378" autoAdjust="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AF042-8554-4EC0-B7D0-D906229B76A7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AE1B5-D696-42ED-BEC9-74CC599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AE1B5-D696-42ED-BEC9-74CC599C3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AE1B5-D696-42ED-BEC9-74CC599C31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3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1AE1-8E7A-411B-BA4C-FD8CF0602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05BFF-CD63-40B7-89E7-7D43681C3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470DD-372C-41BE-B337-CD2C1EFC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F06CF-C933-4D03-B8DB-C69CA993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E6C6-2CA9-4758-ACDD-9623204A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3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4A74-7718-4B59-8110-CDD894DD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E34C6-E490-4969-937D-54F67D16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16A89-6361-4DD4-B09A-90C3AA47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A3C64-A2C8-4CD3-8137-8B833BDA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DDE07-69D3-449B-997A-B129500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054D-AD4C-435D-B956-7F97BAA4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3874D-65FF-4B70-A1D8-9BB3BF07A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38EF2-EA18-4FD5-9D7D-33FBF1AF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480A-452F-4267-BC0C-550FD0D8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26D3-A127-425E-BA27-32910B32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5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794B-3294-4853-917D-2A9FD7CD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4A1E-7DFC-4C5B-8107-A325B3131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9B598-8C0A-4312-8417-2E68CCF50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D1238-FA69-484B-80E6-94817BE5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C810B-6A14-4719-AB60-044103E9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38CE4-F183-4068-8FFE-9DDCA64C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8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BCF5-4254-48B0-8F81-16F19FBA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34F66-2330-4365-85AD-6E70DF7C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92492-F18E-4AEB-ABBF-21D64AD4F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9D70A-C10D-4DB1-BEA4-113B73BAF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3B849-4FD1-4C1C-878B-1CC047A2C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463B1-C196-452D-9783-65AA1237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AF0C0-B3E5-424F-B1E8-15BAF1B0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1BC21-E3C2-411A-A205-64474207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7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496C-9C31-4EB0-843D-E9E828C2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5576F-61D0-4706-B228-1BCEEED5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1005B-449A-4945-868A-A02CCF18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2E8E3-0CB5-4E51-820E-6F2C03B4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9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885A8-D035-4488-B7CD-9E31CA92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647B2-5FD5-4C48-A6D6-BFA11A1F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4B278-983A-47A6-AF54-B6840403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E7E3-D12B-4E33-9A49-B19B0DAD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FBE17-AFF9-4D4F-B37D-478A7EA72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1FF8D-483B-464B-B34F-A2D451B45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8FD93-ED3A-45C8-9197-3EF11D9A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BFA72-C03E-46E2-BAB6-F8831A51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AC2D9-4435-47CA-9199-957D2B9C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66A6-26FB-45F1-BCD3-33FE76D8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8CF8A-2F83-4B62-A050-F9CDE484A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87D2F-8700-4D7F-B578-F4B9DB0E5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C697F-1068-4627-9BF5-973CC17B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CABB7-048F-4471-A23E-4F5F8FBC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54310-A53B-4E43-8552-3ABBD0C3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1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43A4-0BF3-4826-B053-9A989694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43868-09B5-45A6-94CC-EAC92B75B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719BE-E5D2-4601-8DB6-F0C8F472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8B77F-F36D-44D3-863C-5236ABCF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7D52-5A7D-4F45-BA75-6FBAB02A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02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B7D11-02D9-4373-A044-9BD2C624D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04AE-C346-4FC4-9416-B6DD6AA5D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7CB9-FB93-42C3-9E1C-3EC3AADB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29CFF-F849-4D5E-9A53-E275DC25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AC79-3986-43CF-B815-311140D1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4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E012A-9759-42D5-9169-44B4990F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4FE78-A140-4E58-92D1-D3251278B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A67-40B9-42D9-AF00-F296480E6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ACE52-2225-4159-B838-5B04277688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15B19-80DD-4E4B-AC9B-801581604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BD4DE-0D1D-4AB1-A4F9-D498D1CB9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0510E-8FDC-43E1-9151-20E30A0C1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7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B15B-9B55-4C82-B5FB-C917F0EE2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2DFC-A1A1-4A2E-B072-0A61714EC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08EEE-1701-41F6-93DE-8C1ED1CD2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5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B15B-9B55-4C82-B5FB-C917F0EE2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2DFC-A1A1-4A2E-B072-0A61714EC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A8076C-A08C-4A69-8AA1-882F664E5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1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B15B-9B55-4C82-B5FB-C917F0EE2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2DFC-A1A1-4A2E-B072-0A61714EC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6A87D-E6F0-48DD-8E16-56DDCD6EB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5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B15B-9B55-4C82-B5FB-C917F0EE2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2DFC-A1A1-4A2E-B072-0A61714EC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C308B-60B7-4E9C-B818-D6AFA6F51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-1270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6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B15B-9B55-4C82-B5FB-C917F0EE2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62DFC-A1A1-4A2E-B072-0A61714EC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6D06E-5DBC-4AD8-8216-BCBB92677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9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</Words>
  <Application>Microsoft Office PowerPoint</Application>
  <PresentationFormat>Widescreen</PresentationFormat>
  <Paragraphs>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ibrahim</dc:creator>
  <cp:lastModifiedBy>ali ibrahim</cp:lastModifiedBy>
  <cp:revision>6</cp:revision>
  <dcterms:created xsi:type="dcterms:W3CDTF">2026-07-07T04:54:04Z</dcterms:created>
  <dcterms:modified xsi:type="dcterms:W3CDTF">2026-07-07T11:53:11Z</dcterms:modified>
</cp:coreProperties>
</file>